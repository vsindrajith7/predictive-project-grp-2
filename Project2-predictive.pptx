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F2296A-E5F8-4F74-9A00-48C5D17D9587}" v="1" dt="2026-05-16T03:50:28.352"/>
    <p1510:client id="{F151D2AF-222A-89F1-1D15-C13DC9457895}" v="5" dt="2026-05-16T09:45:19.3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1D22F-F4EC-4CC0-AE23-2FAFFE77A198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1F104-4E3B-41AE-8798-5B15F61463B8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247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1D22F-F4EC-4CC0-AE23-2FAFFE77A198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1F104-4E3B-41AE-8798-5B15F61463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874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1D22F-F4EC-4CC0-AE23-2FAFFE77A198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1F104-4E3B-41AE-8798-5B15F61463B8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4270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1D22F-F4EC-4CC0-AE23-2FAFFE77A198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1F104-4E3B-41AE-8798-5B15F61463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796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1D22F-F4EC-4CC0-AE23-2FAFFE77A198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1F104-4E3B-41AE-8798-5B15F61463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085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1D22F-F4EC-4CC0-AE23-2FAFFE77A198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1F104-4E3B-41AE-8798-5B15F61463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568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1D22F-F4EC-4CC0-AE23-2FAFFE77A198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1F104-4E3B-41AE-8798-5B15F61463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519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301D22F-F4EC-4CC0-AE23-2FAFFE77A198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21F104-4E3B-41AE-8798-5B15F61463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644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1D22F-F4EC-4CC0-AE23-2FAFFE77A198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1F104-4E3B-41AE-8798-5B15F61463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326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1D22F-F4EC-4CC0-AE23-2FAFFE77A198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1F104-4E3B-41AE-8798-5B15F61463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561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1D22F-F4EC-4CC0-AE23-2FAFFE77A198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1F104-4E3B-41AE-8798-5B15F61463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8965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301D22F-F4EC-4CC0-AE23-2FAFFE77A198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621F104-4E3B-41AE-8798-5B15F61463B8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6018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FF2A4-4370-500A-A977-804ABDD338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Language Identification from Short Audio Clips Using MFCC and Machine Learning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839AD3-6979-708E-7F1D-51C792C853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Group 2 — Predictive Analytics Project</a:t>
            </a:r>
          </a:p>
        </p:txBody>
      </p:sp>
    </p:spTree>
    <p:extLst>
      <p:ext uri="{BB962C8B-B14F-4D97-AF65-F5344CB8AC3E}">
        <p14:creationId xmlns:p14="http://schemas.microsoft.com/office/powerpoint/2010/main" val="4234128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D1DBB-773A-2DD5-BE62-6A6BAD0E6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D7EDA-A0D1-8EDF-EBD3-0F0E866B1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103227"/>
          </a:xfrm>
        </p:spPr>
        <p:txBody>
          <a:bodyPr>
            <a:normAutofit/>
          </a:bodyPr>
          <a:lstStyle/>
          <a:p>
            <a:r>
              <a:rPr lang="en-US" dirty="0"/>
              <a:t>spoken language identification is the task of automatically determining which language a person is speaking from a short audio recording. in this project we classify speech into one of five languages — Malayalam, Tamil, Hindi, English, and Kannada — using only a 3 to 10 second audio clip, without using any deep learning techniques.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92D57B-C188-1742-E23A-D1F06557B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2374" y="1955916"/>
            <a:ext cx="3591426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357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87DA8-FDB4-292F-269B-C59C77342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Collection and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A2599-4A49-0904-24D3-2192FFEF6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Data Source</a:t>
            </a:r>
            <a:endParaRPr lang="en-US" dirty="0"/>
          </a:p>
          <a:p>
            <a:r>
              <a:rPr lang="en-US" dirty="0"/>
              <a:t>All audio data was collected from </a:t>
            </a:r>
            <a:r>
              <a:rPr lang="en-US" dirty="0" err="1"/>
              <a:t>OpenSLR</a:t>
            </a:r>
            <a:r>
              <a:rPr lang="en-US" dirty="0"/>
              <a:t>, an open repository of speech corpora maintained by Google. No manual recording was needed and no paid datasets were used. Every file was downloaded programmatically using verified URLs.</a:t>
            </a:r>
          </a:p>
          <a:p>
            <a:r>
              <a:rPr lang="en-IN" b="1" dirty="0"/>
              <a:t>Processing pipeline</a:t>
            </a:r>
          </a:p>
          <a:p>
            <a:r>
              <a:rPr lang="en-US" dirty="0"/>
              <a:t>Step 1 — Format conversion </a:t>
            </a:r>
          </a:p>
          <a:p>
            <a:r>
              <a:rPr lang="en-US" dirty="0"/>
              <a:t>Step 2 — Silence trimming </a:t>
            </a:r>
          </a:p>
          <a:p>
            <a:r>
              <a:rPr lang="en-US" dirty="0"/>
              <a:t>Step 3 — Amplitude normalization </a:t>
            </a:r>
          </a:p>
          <a:p>
            <a:r>
              <a:rPr lang="en-US" dirty="0"/>
              <a:t>Step 4 — Class balancing </a:t>
            </a:r>
          </a:p>
          <a:p>
            <a:r>
              <a:rPr lang="en-US" dirty="0"/>
              <a:t>Step 5 — Stratified splitting</a:t>
            </a:r>
          </a:p>
          <a:p>
            <a:r>
              <a:rPr lang="en-US" dirty="0"/>
              <a:t> Step 6 — Metadata export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6191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0954E-4F0A-C17A-2A89-D4546115C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D9DAF-EB1A-FFED-7F9E-2386ACE9D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Extracted features, each targeting a different phonological property of speech.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MFCC with Delta and Delta-Delta (78 features)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Pitch or Fundamental Frequency (5 features)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Formant Frequencies F1, F2, F3 (6 features)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Energy or RMS (4 features)</a:t>
            </a:r>
          </a:p>
          <a:p>
            <a:pPr marL="0" indent="0">
              <a:buNone/>
            </a:pPr>
            <a:r>
              <a:rPr lang="en-US" b="1" dirty="0"/>
              <a:t>After extracting all features, we applied two selection steps. </a:t>
            </a:r>
          </a:p>
          <a:p>
            <a:pPr marL="0" indent="0">
              <a:buNone/>
            </a:pPr>
            <a:r>
              <a:rPr lang="en-US" dirty="0"/>
              <a:t>First, we removed features with pairwise correlation above 0.95 to eliminate redundancy. </a:t>
            </a:r>
          </a:p>
          <a:p>
            <a:pPr marL="0" indent="0">
              <a:buNone/>
            </a:pPr>
            <a:r>
              <a:rPr lang="en-US" dirty="0"/>
              <a:t>Then we applied an ANOVA F-test and ranked features by their ability to separate the five language classes. </a:t>
            </a:r>
          </a:p>
          <a:p>
            <a:pPr marL="0" indent="0">
              <a:buNone/>
            </a:pPr>
            <a:r>
              <a:rPr lang="en-US" dirty="0"/>
              <a:t>The top 60 statistically significant features were selected for the final feature matrix.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5001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A06CE-0F7B-6831-BCAC-67DE747BE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Training and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EC191-6988-6822-BCD9-C6D026077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 classifiers were trained using scikit-learn Pipelines, each consisting of a </a:t>
            </a:r>
            <a:r>
              <a:rPr lang="en-US" dirty="0" err="1"/>
              <a:t>StandardScaler</a:t>
            </a:r>
            <a:r>
              <a:rPr lang="en-US" dirty="0"/>
              <a:t> followed by the classifier. </a:t>
            </a:r>
          </a:p>
          <a:p>
            <a:r>
              <a:rPr lang="en-US" dirty="0"/>
              <a:t>This prevents data leakage since scaling parameters are learned only from training data.</a:t>
            </a:r>
          </a:p>
          <a:p>
            <a:r>
              <a:rPr lang="en-US" dirty="0"/>
              <a:t> Hyperparameter tuning was done using </a:t>
            </a:r>
            <a:r>
              <a:rPr lang="en-US" dirty="0" err="1"/>
              <a:t>GridSearchCV</a:t>
            </a:r>
            <a:r>
              <a:rPr lang="en-US" dirty="0"/>
              <a:t> with 5-fold stratified cross-validation. </a:t>
            </a:r>
          </a:p>
          <a:p>
            <a:r>
              <a:rPr lang="en-US" dirty="0"/>
              <a:t>The metric optimized during tuning was accuracy, and the reported evaluation metric is macro F1 score.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4570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24" y="457200"/>
            <a:ext cx="11274552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732" y="521208"/>
            <a:ext cx="11146536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A55698B-8673-CBE9-1196-8C25BA9E2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356" y="1086984"/>
            <a:ext cx="10337292" cy="467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922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77627-F765-59BA-4A48-D998F5411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Individual commits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B69A8A-D8D5-E236-6DEE-57BCEA8A9A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5591" y="1846263"/>
            <a:ext cx="7841143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66332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643</TotalTime>
  <Words>333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Calibri Light</vt:lpstr>
      <vt:lpstr>Wingdings</vt:lpstr>
      <vt:lpstr>Retrospect</vt:lpstr>
      <vt:lpstr>Language Identification from Short Audio Clips Using MFCC and Machine Learning</vt:lpstr>
      <vt:lpstr>Problem statement</vt:lpstr>
      <vt:lpstr>Data Collection and Preprocessing</vt:lpstr>
      <vt:lpstr>Feature Engineering</vt:lpstr>
      <vt:lpstr>Model Training and Results</vt:lpstr>
      <vt:lpstr>PowerPoint Presentation</vt:lpstr>
      <vt:lpstr>Individual commits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Shipra .</dc:creator>
  <cp:lastModifiedBy>Shipra .</cp:lastModifiedBy>
  <cp:revision>7</cp:revision>
  <dcterms:created xsi:type="dcterms:W3CDTF">2026-05-15T17:01:51Z</dcterms:created>
  <dcterms:modified xsi:type="dcterms:W3CDTF">2026-05-16T09:47:57Z</dcterms:modified>
</cp:coreProperties>
</file>